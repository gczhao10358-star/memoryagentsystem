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3"/>
    <p:sldId id="263" r:id="rId4"/>
    <p:sldId id="262" r:id="rId5"/>
    <p:sldId id="264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0"/>
    <p:restoredTop sz="94725"/>
  </p:normalViewPr>
  <p:slideViewPr>
    <p:cSldViewPr snapToGrid="0">
      <p:cViewPr varScale="1">
        <p:scale>
          <a:sx n="149" d="100"/>
          <a:sy n="149" d="100"/>
        </p:scale>
        <p:origin x="19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87511A-5C55-494B-B6D9-424D6A32D64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654113-18F5-E84B-A616-820A7A1A440D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3024" y="128294"/>
            <a:ext cx="871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面向个人长期知识管理与个性化记忆的智能助理</a:t>
            </a:r>
            <a:r>
              <a:rPr lang="en-GB" altLang="zh-CN" sz="2800" b="1" dirty="0"/>
              <a:t>Agent</a:t>
            </a:r>
            <a:endParaRPr kumimoji="1"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01083" y="737322"/>
            <a:ext cx="11005003" cy="6144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研究背景与意义</a:t>
            </a:r>
            <a:endParaRPr lang="zh-CN" altLang="en-US" sz="2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信息爆炸与碎片化困境</a:t>
            </a:r>
            <a:r>
              <a:rPr lang="zh-CN" altLang="en-US" dirty="0"/>
              <a:t>：用户每天会在聊天群、会议、文档、待办、日程中产生大量信息，零散、冗余、难以回溯。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传统搜索的局限</a:t>
            </a:r>
            <a:r>
              <a:rPr lang="zh-CN" altLang="en-US" dirty="0"/>
              <a:t>：关键词检索， 检索准确性不高。</a:t>
            </a:r>
            <a:endParaRPr lang="en-US" altLang="zh-CN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智能</a:t>
            </a:r>
            <a:r>
              <a:rPr lang="en-GB" altLang="zh-CN" b="1" dirty="0"/>
              <a:t>Agent</a:t>
            </a:r>
            <a:r>
              <a:rPr lang="zh-CN" altLang="en-US" b="1" dirty="0"/>
              <a:t>的新机遇</a:t>
            </a:r>
            <a:r>
              <a:rPr lang="zh-CN" altLang="en-US" dirty="0"/>
              <a:t>：大模型结合长期记忆机制，使得构建“数字秘书”成为可能。它不仅能帮用户找回信息，还能“记住用户”，在下次对话时主动理解用户背景、个性化需求。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例如</a:t>
            </a:r>
            <a:r>
              <a:rPr lang="zh-CN" altLang="en-US" dirty="0"/>
              <a:t>：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用户第一次告诉系统“我喜欢在晚上学习”，下次再请求学习计划时，</a:t>
            </a:r>
            <a:r>
              <a:rPr lang="en-GB" altLang="zh-CN" dirty="0"/>
              <a:t>Agent</a:t>
            </a:r>
            <a:r>
              <a:rPr lang="zh-CN" altLang="en-US" dirty="0"/>
              <a:t>会自动在晚间时段安排；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zh-CN" altLang="en-US" dirty="0"/>
              <a:t>用户在某次会议里提出一个新项目，后续讨论中，</a:t>
            </a:r>
            <a:r>
              <a:rPr lang="en-GB" altLang="zh-CN" dirty="0"/>
              <a:t>Agent</a:t>
            </a:r>
            <a:r>
              <a:rPr lang="zh-CN" altLang="en-US" dirty="0"/>
              <a:t>能主动把它关联起来。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研究目标</a:t>
            </a:r>
            <a:endParaRPr lang="zh-CN" altLang="en-US" sz="2400" b="1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统一知识库构建</a:t>
            </a:r>
            <a:r>
              <a:rPr lang="zh-CN" altLang="en-US" dirty="0"/>
              <a:t>：将聊天、日程、代办、文档、会议记录、灵感等多源数据汇总、清洗并存储。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个性化长期记忆</a:t>
            </a:r>
            <a:r>
              <a:rPr lang="zh-CN" altLang="en-US" dirty="0"/>
              <a:t>：支持存储用户的历史信息（属性、偏好、行为模式），并在新对话中自动调用。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语义检索与自然对话</a:t>
            </a:r>
            <a:r>
              <a:rPr lang="zh-CN" altLang="en-US" dirty="0"/>
              <a:t>：用户可直接问“上周会议我们决定了什么？”而无需翻阅群聊和文档。</a:t>
            </a:r>
            <a:endParaRPr lang="zh-CN" alt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动态演化与遗忘机制</a:t>
            </a:r>
            <a:r>
              <a:rPr lang="zh-CN" altLang="en-US" dirty="0"/>
              <a:t>：当用户修改偏好或信息过时，系统能更新或降低其权重。</a:t>
            </a:r>
            <a:endParaRPr lang="en-US" altLang="zh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3024" y="128294"/>
            <a:ext cx="871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面向个人长期知识管理与个性化记忆的智能助理</a:t>
            </a:r>
            <a:r>
              <a:rPr lang="en-GB" altLang="zh-CN" sz="2800" b="1" dirty="0"/>
              <a:t>Agent</a:t>
            </a:r>
            <a:endParaRPr kumimoji="1"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01084" y="737322"/>
            <a:ext cx="4946034" cy="4343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研究内容</a:t>
            </a:r>
            <a:endParaRPr lang="zh-CN" altLang="en-US" sz="2400" b="1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多源信息接入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消息（群聊、私聊、</a:t>
            </a:r>
            <a:r>
              <a:rPr lang="en-US" altLang="zh-CN" dirty="0"/>
              <a:t>@</a:t>
            </a:r>
            <a:r>
              <a:rPr lang="zh-CN" altLang="en-US" dirty="0"/>
              <a:t>）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日程、待办（</a:t>
            </a:r>
            <a:r>
              <a:rPr lang="en-GB" altLang="zh-CN" dirty="0"/>
              <a:t>Google Calendar</a:t>
            </a:r>
            <a:r>
              <a:rPr lang="zh-CN" altLang="en-GB" dirty="0"/>
              <a:t>、</a:t>
            </a:r>
            <a:r>
              <a:rPr lang="en-GB" altLang="zh-CN" dirty="0"/>
              <a:t>Outlook</a:t>
            </a:r>
            <a:r>
              <a:rPr lang="zh-CN" altLang="en-US" dirty="0"/>
              <a:t>等）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文档与会议记录（自动转写</a:t>
            </a:r>
            <a:r>
              <a:rPr lang="en-US" altLang="zh-CN" dirty="0"/>
              <a:t>+</a:t>
            </a:r>
            <a:r>
              <a:rPr lang="zh-CN" altLang="en-US" dirty="0"/>
              <a:t>摘要）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临时记录（语音、灵感片段）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记忆存储与表示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结构化存储：用户属性、任务、标签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语义向量存储：对话、摘要、文档片段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知识图谱：建立人物</a:t>
            </a:r>
            <a:r>
              <a:rPr lang="en-US" altLang="zh-CN" dirty="0"/>
              <a:t>—</a:t>
            </a:r>
            <a:r>
              <a:rPr lang="zh-CN" altLang="en-US" dirty="0"/>
              <a:t>事件</a:t>
            </a:r>
            <a:r>
              <a:rPr lang="en-US" altLang="zh-CN" dirty="0"/>
              <a:t>—</a:t>
            </a:r>
            <a:r>
              <a:rPr lang="zh-CN" altLang="en-US" dirty="0"/>
              <a:t>主题的关联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153114" y="1207835"/>
            <a:ext cx="7110101" cy="378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记忆管理机制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短期记忆：维持当前会话上下文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长期记忆：保存用户属性与历史信息，可跨会话调用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情境记忆：保留会议、项目、群聊的上下文片段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动态更新：支持“修改偏好</a:t>
            </a:r>
            <a:r>
              <a:rPr lang="en-US" altLang="zh-CN" dirty="0"/>
              <a:t>/</a:t>
            </a:r>
            <a:r>
              <a:rPr lang="zh-CN" altLang="en-US" dirty="0"/>
              <a:t>忘掉某信息”等操作</a:t>
            </a:r>
            <a:endParaRPr lang="zh-CN" altLang="en-US" dirty="0"/>
          </a:p>
          <a:p>
            <a:pPr>
              <a:lnSpc>
                <a:spcPct val="150000"/>
              </a:lnSpc>
            </a:pPr>
            <a:r>
              <a:rPr lang="zh-CN" altLang="en-US" dirty="0"/>
              <a:t>示例：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用户首次告诉系统“我常去健身房”，以后提到生活安排时，</a:t>
            </a:r>
            <a:r>
              <a:rPr lang="en-GB" altLang="zh-CN" dirty="0"/>
              <a:t>Agent</a:t>
            </a:r>
            <a:r>
              <a:rPr lang="zh-CN" altLang="en-US" dirty="0"/>
              <a:t>会自动考虑健身时间。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如果用户说“我不去了”，系统会更新记忆库，不再推荐相关安排。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301084" y="5264642"/>
            <a:ext cx="10502782" cy="1712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对话</a:t>
            </a:r>
            <a:r>
              <a:rPr lang="en-GB" altLang="zh-CN" b="1" dirty="0"/>
              <a:t>Agent</a:t>
            </a:r>
            <a:r>
              <a:rPr lang="zh-CN" altLang="en-US" b="1" dirty="0"/>
              <a:t>设计</a:t>
            </a:r>
            <a:endParaRPr lang="zh-CN" altLang="en-US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基于 </a:t>
            </a:r>
            <a:r>
              <a:rPr lang="en-GB" altLang="zh-CN" dirty="0"/>
              <a:t>RAG </a:t>
            </a:r>
            <a:r>
              <a:rPr lang="zh-CN" altLang="en-US" dirty="0"/>
              <a:t>的检索增强生成</a:t>
            </a:r>
            <a:r>
              <a:rPr lang="en-US" altLang="zh-CN" dirty="0"/>
              <a:t>		3.</a:t>
            </a:r>
            <a:r>
              <a:rPr lang="zh-CN" altLang="en-US" dirty="0"/>
              <a:t>  个性化输出（结合用户历史记忆）</a:t>
            </a:r>
            <a:endParaRPr lang="zh-CN" altLang="en-US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多源检索（语义</a:t>
            </a:r>
            <a:r>
              <a:rPr lang="en-US" altLang="zh-CN" dirty="0"/>
              <a:t>+</a:t>
            </a:r>
            <a:r>
              <a:rPr lang="zh-CN" altLang="en-US" dirty="0"/>
              <a:t>关键词</a:t>
            </a:r>
            <a:r>
              <a:rPr lang="en-US" altLang="zh-CN" dirty="0"/>
              <a:t>+</a:t>
            </a:r>
            <a:r>
              <a:rPr lang="zh-CN" altLang="en-US" dirty="0"/>
              <a:t>时间过滤</a:t>
            </a:r>
            <a:r>
              <a:rPr lang="en-US" altLang="zh-CN" dirty="0"/>
              <a:t>	4.</a:t>
            </a:r>
            <a:r>
              <a:rPr lang="zh-CN" altLang="en-US" dirty="0"/>
              <a:t>  扩展能力：自动生成待办、日程提醒、会议纪要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23024" y="128294"/>
            <a:ext cx="8712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/>
              <a:t>面向个人长期知识管理与个性化记忆的智能助理</a:t>
            </a:r>
            <a:r>
              <a:rPr lang="en-GB" altLang="zh-CN" sz="2800" b="1" dirty="0"/>
              <a:t>Agent</a:t>
            </a:r>
            <a:endParaRPr kumimoji="1" lang="zh-CN" altLang="en-US" sz="28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301083" y="737322"/>
            <a:ext cx="11005003" cy="14351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六、应用前景</a:t>
            </a:r>
            <a:endParaRPr lang="zh-CN" altLang="en-US" sz="2400" b="1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个人</a:t>
            </a:r>
            <a:r>
              <a:rPr lang="zh-CN" altLang="en-US" dirty="0"/>
              <a:t>：生活</a:t>
            </a:r>
            <a:r>
              <a:rPr lang="en-US" altLang="zh-CN" dirty="0"/>
              <a:t>/</a:t>
            </a:r>
            <a:r>
              <a:rPr lang="zh-CN" altLang="en-US" dirty="0"/>
              <a:t>学习</a:t>
            </a:r>
            <a:r>
              <a:rPr lang="en-US" altLang="zh-CN" dirty="0"/>
              <a:t>/</a:t>
            </a:r>
            <a:r>
              <a:rPr lang="zh-CN" altLang="en-US" dirty="0"/>
              <a:t>工作中的“第二大脑”</a:t>
            </a:r>
            <a:endParaRPr lang="zh-CN" alt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b="1" dirty="0"/>
              <a:t>团队</a:t>
            </a:r>
            <a:r>
              <a:rPr lang="zh-CN" altLang="en-US" dirty="0"/>
              <a:t>：群聊与会议知识沉淀、项目管理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01083" y="2419410"/>
            <a:ext cx="11005003" cy="268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zh-CN" altLang="en-US" sz="2400" b="1" dirty="0"/>
              <a:t>👉 总结</a:t>
            </a:r>
            <a:r>
              <a:rPr lang="zh-CN" altLang="en-US" sz="2400" dirty="0"/>
              <a:t>：</a:t>
            </a:r>
            <a:br>
              <a:rPr lang="zh-CN" altLang="en-US" dirty="0"/>
            </a:br>
            <a:r>
              <a:rPr lang="zh-CN" altLang="en-US" dirty="0"/>
              <a:t>这个 </a:t>
            </a:r>
            <a:r>
              <a:rPr lang="zh-CN" altLang="en-US" b="1" dirty="0"/>
              <a:t>记忆助理</a:t>
            </a:r>
            <a:r>
              <a:rPr lang="en-GB" altLang="zh-CN" b="1" dirty="0"/>
              <a:t>Agent</a:t>
            </a:r>
            <a:r>
              <a:rPr lang="en-GB" altLang="zh-CN" dirty="0"/>
              <a:t> </a:t>
            </a:r>
            <a:r>
              <a:rPr lang="zh-CN" altLang="en-US" dirty="0"/>
              <a:t>不是简单的对话机器人，而是一个 </a:t>
            </a:r>
            <a:r>
              <a:rPr lang="zh-CN" altLang="en-US" b="1" dirty="0"/>
              <a:t>长期个人知识管理系统，</a:t>
            </a:r>
            <a:r>
              <a:rPr lang="zh-CN" altLang="en-US" dirty="0"/>
              <a:t>它既能帮你快速回忆起“上周群里说的内容”，也能记住“你喜欢</a:t>
            </a:r>
            <a:r>
              <a:rPr lang="en-US" altLang="zh-CN" dirty="0"/>
              <a:t>/</a:t>
            </a:r>
            <a:r>
              <a:rPr lang="zh-CN" altLang="en-US" dirty="0"/>
              <a:t>不喜欢的东西”，逐渐演化成个人的 </a:t>
            </a:r>
            <a:r>
              <a:rPr lang="zh-CN" altLang="en-US" b="1" dirty="0"/>
              <a:t>数字记忆助理</a:t>
            </a:r>
            <a:r>
              <a:rPr lang="zh-CN" altLang="en-US" dirty="0"/>
              <a:t>。它的价值在于：</a:t>
            </a:r>
            <a:endParaRPr lang="zh-CN" alt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碎片化信息 → 结构化记忆 → 可对话的智能助理</a:t>
            </a:r>
            <a:endParaRPr lang="zh-CN" alt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跨会话长期记忆</a:t>
            </a:r>
            <a:r>
              <a:rPr lang="zh-CN" altLang="en-US" dirty="0"/>
              <a:t>（用户偏好、历史事件）是核心能力之一，但不是全部</a:t>
            </a:r>
            <a:endParaRPr lang="zh-CN" altLang="en-US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最终目标是让用户 </a:t>
            </a:r>
            <a:r>
              <a:rPr lang="zh-CN" altLang="en-US" b="1" dirty="0"/>
              <a:t>几秒钟就能找到自己几个月前的关键信息</a:t>
            </a:r>
            <a:r>
              <a:rPr lang="zh-CN" altLang="en-US" dirty="0"/>
              <a:t>，彻底降低信息管理成本。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473" y="170426"/>
            <a:ext cx="10079053" cy="639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"/>
            <a:ext cx="12137731" cy="59393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演示</Application>
  <PresentationFormat>宽屏</PresentationFormat>
  <Paragraphs>53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song cheng</dc:creator>
  <cp:lastModifiedBy>略</cp:lastModifiedBy>
  <cp:revision>9</cp:revision>
  <dcterms:created xsi:type="dcterms:W3CDTF">2025-08-11T03:21:00Z</dcterms:created>
  <dcterms:modified xsi:type="dcterms:W3CDTF">2025-10-07T05:22:51Z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CD478A620F26437CB0B1947CF2C7D286_13</vt:lpwstr>
  </property>
  <property fmtid="{D5CDD505-2E9C-101B-9397-08002B2CF9AE}" pid="3" name="KSOProductBuildVer">
    <vt:lpwstr>2052-12.1.0.22529</vt:lpwstr>
  </property>
</Properties>
</file>